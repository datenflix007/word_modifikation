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320D-8945-3C25-B46C-6E1E2D8FC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6F0B21-FAE1-F54E-F6AA-AF71B2AA7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FDCFCC-E683-D6D5-2942-AC669241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37206E-1F37-1500-3CAF-822E7D0B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C2864-3CD4-CF20-7D14-B8089CAD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755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BA56A-28DF-7D0B-D3BA-F3E2D6D7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2DBA14-362C-74E2-AB69-26B38290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2B4518-B409-CFB7-216B-8DC019D5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0C3EAD-3FE1-7B02-A163-CD19BEDA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07E51B-B7E7-A839-0EEE-6B9C7262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401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76D8D-4C15-F4F7-1531-B80B6682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24F8B-C02D-4C8D-3AF1-E056804A9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728295-5F26-82A1-5C64-6C10267C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B3CC9D-C8BD-DABD-52AC-4D73386D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7381EF-5889-53B9-BC17-1F21BDD4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10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B25F1-5EFC-EA49-067D-1C2849B2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BE2277-BB41-BB9E-4765-0DF7124DF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32F0E8-9316-81C4-4169-812BDDF64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164B84-F7BC-D4ED-AFE9-989381B4C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B696B8-53F4-264A-2669-84BC3FB3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0D1FA5-4591-C162-8962-15FBECF6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24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8F710-FDE0-0950-F849-A1718497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FF5844-A1F1-FF3D-EC53-DF5419EA8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802557-E1C2-E82E-8C51-B8EA5FCAA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E0E740-F934-177B-134C-7FD1152A7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1E1E85-4DDE-184D-EB24-653EAE336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E3E43F4-2959-69B1-734B-A579F91A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4908552-79D4-69C7-20F1-C102C98E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2D73015-2AB0-4162-E240-7237F8BC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93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62308-78D8-08DA-25D9-9D0BEE1F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35A8AB-AB9D-0F9C-7018-39DE6E8A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5262E0-F446-75FD-1BC1-7255B287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74E5CC-8505-D638-40AF-56296464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44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D2A0F3-6C59-0480-8D42-B6E79A0F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EA5897-8A0C-9840-6AE5-5BE28164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843B3E-3503-B030-7B80-015CB5F2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855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3CA9C-B6FC-BF09-4D50-B9ACA17A2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E3C022-B132-5F5D-BD76-A4E667525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548C93-9C97-A531-A966-6DB72DDD3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B26945-678E-9C83-E7ED-30537E55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784513-7CDF-9731-390D-402A3505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202105-BDF4-42EB-19DD-4FD34113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94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E2880-969D-9B31-B8BC-9EBBF84D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B995FAA-009D-9A7F-B913-9F917A7C7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4ADE5D-53FA-DF08-4C06-57092861A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593EE-3700-C2A3-37F5-65841115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401BA3-0CC0-67B0-8D0A-4DACB4AA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497AE3-8D95-E01F-B80D-CFA683FD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86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E8BD6-F72F-D864-4338-D70AAC5B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F94EEE-B8BD-E496-3A1A-6E531540D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5972BC-6734-4C39-3FDA-A1405857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1A0073-D8DC-2391-BAE3-C4FEE770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274430-BD3F-1F6E-FB6C-295F178A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21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5B6F18B-3D7C-B8A3-AB7E-8D7EE7519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C562A4A-1382-3372-454B-6A9332CC9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2763D2-BBB3-A017-8F3C-DB1836F1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C8767C-9DEA-B686-345D-93568FF6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311640-B3DD-21F3-E479-CC906AA4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69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0982B6-D48D-9BFE-8D71-C359E0B9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35700A-3078-94A4-8615-B4B5EA353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AFFF0C-BB90-FA76-82FA-6F91E9E73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88EF4-C1E5-4D74-909A-C3AE0B7D2414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6CF81C-F683-9DEA-B573-432CC2387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BEAFF0-1A9E-6C1D-B103-A140D5B5E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D6CEC-1592-4DA2-8BE5-2E63C9F1CE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138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65A4844-5573-26B8-1897-CBB4299F950B}"/>
              </a:ext>
            </a:extLst>
          </p:cNvPr>
          <p:cNvSpPr/>
          <p:nvPr/>
        </p:nvSpPr>
        <p:spPr>
          <a:xfrm>
            <a:off x="2112578" y="1166646"/>
            <a:ext cx="2341181" cy="186033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Citingstyles</a:t>
            </a:r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05ECE2B-9203-63E0-4756-501204AFD710}"/>
              </a:ext>
            </a:extLst>
          </p:cNvPr>
          <p:cNvSpPr/>
          <p:nvPr/>
        </p:nvSpPr>
        <p:spPr>
          <a:xfrm>
            <a:off x="2270234" y="1639614"/>
            <a:ext cx="1986456" cy="52026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fsu_alge</a:t>
            </a:r>
            <a:endParaRPr lang="de-DE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FEB07C2-C65B-2663-BC68-69DB9A958E3B}"/>
              </a:ext>
            </a:extLst>
          </p:cNvPr>
          <p:cNvCxnSpPr/>
          <p:nvPr/>
        </p:nvCxnSpPr>
        <p:spPr>
          <a:xfrm>
            <a:off x="4966138" y="1781503"/>
            <a:ext cx="2845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41536606-E654-D633-3AA4-4878B0E3E2A7}"/>
              </a:ext>
            </a:extLst>
          </p:cNvPr>
          <p:cNvSpPr/>
          <p:nvPr/>
        </p:nvSpPr>
        <p:spPr>
          <a:xfrm>
            <a:off x="8079828" y="1371600"/>
            <a:ext cx="2688020" cy="1560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Copy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bibliography</a:t>
            </a:r>
            <a:endParaRPr lang="de-DE" dirty="0"/>
          </a:p>
          <a:p>
            <a:pPr algn="ctr"/>
            <a:r>
              <a:rPr lang="de-DE" dirty="0"/>
              <a:t>(</a:t>
            </a:r>
            <a:r>
              <a:rPr lang="de-DE" dirty="0" err="1"/>
              <a:t>depending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OS and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/>
              <a:t>structure)</a:t>
            </a:r>
          </a:p>
        </p:txBody>
      </p:sp>
    </p:spTree>
    <p:extLst>
      <p:ext uri="{BB962C8B-B14F-4D97-AF65-F5344CB8AC3E}">
        <p14:creationId xmlns:p14="http://schemas.microsoft.com/office/powerpoint/2010/main" val="2054970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Staacke</dc:creator>
  <cp:lastModifiedBy>Felix Staacke</cp:lastModifiedBy>
  <cp:revision>1</cp:revision>
  <dcterms:created xsi:type="dcterms:W3CDTF">2025-12-19T17:06:41Z</dcterms:created>
  <dcterms:modified xsi:type="dcterms:W3CDTF">2025-12-19T17:11:35Z</dcterms:modified>
</cp:coreProperties>
</file>